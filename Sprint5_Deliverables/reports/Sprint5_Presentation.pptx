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Sprint 5 Output: Cash Flow Intelligence &amp; NLP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Financial Ratio Engine Automated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5 Key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Completed 100% of tasks:</a:t>
            </a:r>
          </a:p>
          <a:p>
            <a:pPr lvl="1"/>
            <a:r>
              <a:t>NLP Pros/Cons generated for 92 companies with strict rules.</a:t>
            </a:r>
          </a:p>
          <a:p>
            <a:pPr lvl="1"/>
            <a:r>
              <a:t>Cash Flow KPIs extracted (Quality, CapEx Intensity, Distress).</a:t>
            </a:r>
          </a:p>
          <a:p>
            <a:pPr lvl="1"/>
            <a:r>
              <a:t>92 individual Tearsheet PDFs built via ReportLab.</a:t>
            </a:r>
          </a:p>
          <a:p>
            <a:pPr lvl="1"/>
            <a:r>
              <a:t>11 Sector level reports with medians.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Distress Signal Alerts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distress alerts found or file missing.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