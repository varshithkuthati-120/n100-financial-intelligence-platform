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N100 Financial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&amp; Final Deliverables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the end-to-end financial analysis of Nifty 100 companies.</a:t>
            </a:r>
          </a:p>
          <a:p>
            <a:pPr lvl="1"/>
            <a:r>
              <a:t>Transform raw Excel data into a robust SQLite database.</a:t>
            </a:r>
          </a:p>
          <a:p>
            <a:pPr lvl="1"/>
            <a:r>
              <a:t>Compute advanced metrics (DuPont, ROIC, DCF, F-Score).</a:t>
            </a:r>
          </a:p>
          <a:p>
            <a:pPr lvl="1"/>
            <a:r>
              <a:t>Generate programmatic NLP insights (Pros/Cons).</a:t>
            </a:r>
          </a:p>
          <a:p>
            <a:pPr lvl="1"/>
            <a:r>
              <a:t>Produce institutional-grade PDF Tearsheets.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(5 Sprints)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Engineering (SQLite, Normalization)</a:t>
            </a:r>
          </a:p>
          <a:p>
            <a:r>
              <a:t>2. Quality Control (Pandas, EDA, Outliers)</a:t>
            </a:r>
          </a:p>
          <a:p>
            <a:r>
              <a:t>3. Advanced Analytics (DuPont, Growth KPIs)</a:t>
            </a:r>
          </a:p>
          <a:p>
            <a:r>
              <a:t>4. Valuation Engine (DCF, Graham Number)</a:t>
            </a:r>
          </a:p>
          <a:p>
            <a:r>
              <a:t>5. NLP &amp; Reporting (ReportLab, Matplotlib, Regex)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&amp; Cash Flow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Pros &amp; Cons generation based on 24 rigorous financial rules.</a:t>
            </a:r>
          </a:p>
          <a:p>
            <a:r>
              <a:t>Cash Flow quality mapping (Accrual risk vs High Quality CFO).</a:t>
            </a:r>
          </a:p>
          <a:p>
            <a:r>
              <a:t>Automated distress signal detection (CFO &lt; 0, CFF &gt; 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92 Company Tearsheets (PDF)</a:t>
            </a:r>
          </a:p>
          <a:p>
            <a:r>
              <a:t>11 Sector Reports (PDF)</a:t>
            </a:r>
          </a:p>
          <a:p>
            <a:r>
              <a:t>Consolidated Portfolio Summary (PDF)</a:t>
            </a:r>
          </a:p>
          <a:p>
            <a:r>
              <a:t>Clean Data Artifacts (CSV, Excel) for ML ingestion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